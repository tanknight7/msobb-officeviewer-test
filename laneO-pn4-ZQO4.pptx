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MSOBOnpZQO4 plain control</a:t>
            </a:r>
          </a:p>
          <a:p>
            <a:r>
              <a:rPr lang="en-US" dirty="0">
                <a:latin typeface="Calibri&quot; laneOta=&quot;1"/>
              </a:rPr>
              <a:t>MSOBOtaZQO4</a:t>
            </a:r>
          </a:p>
          <a:p>
            <a:r>
              <a:rPr lang="en-US" dirty="0">
                <a:latin typeface="Calibri&quot;&gt;&lt;laneOtb x=1&gt;"/>
              </a:rPr>
              <a:t>MSOBOtbZQO4</a:t>
            </a:r>
          </a:p>
          <a:p>
            <a:r>
              <a:rPr lang="en-US&quot; laneOla=&quot;1" dirty="0"/>
              <a:t>MSOBOlaZQO4</a:t>
            </a:r>
          </a:p>
          <a:p>
            <a:r>
              <a:rPr lang="en-US&quot;&gt;&lt;laneOlb x=1&gt;" dirty="0"/>
              <a:t>MSOBOlbZQO4</a:t>
            </a:r>
          </a:p>
          <a:p>
            <a:r>
              <a:rPr lang="en-US" dirty="0">
                <a:latin typeface="Calibri' laneOtc='1"/>
              </a:rPr>
              <a:t>MSOBOtcZQO4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&quot; laneOlc=&quot;1" dirty="0"/>
              <a:t>MSOBOsldtitleZQO4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&quot;&gt;&lt;laneOld x=1&gt;" dirty="0"/>
              <a:t>MSOBOsldbodyZQO4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laneO</dc:title>
  <dc:creator>MSOBB</dc:creator>
  <cp:lastModifiedBy>MSOBB</cp:lastModifiedBy>
</cp:coreProperties>
</file>