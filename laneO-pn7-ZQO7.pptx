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ppt/charts/chart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lang="en-US"/>
              <a:t>MSOBOchtZQO7 &lt;img src=x onerror=1 id=laneOIMG7&gt; "q" &amp;amp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MSOBOserZQO7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MSOBOcatZQO7&lt;img src=x onerror=1 id=laneOIMG7b&gt;</c:v>
                </c:pt>
                <c:pt idx="1">
                  <c:v>catB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5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plotVisOnly val="1"/>
  </c:chart>
</c:chartSpace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MSOBOnpZQO7 plain control</a:t>
            </a:r>
          </a:p>
          <a:p>
            <a:pPr>
              <a:buFont typeface="Wingdings&quot; laneObu=&quot;1"/>
              <a:buChar char="&lt;"/>
            </a:pPr>
            <a:r>
              <a:rPr lang="en-US" dirty="0"/>
              <a:t>MSOBObuZQO7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Ch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MSOBOsldtitleZQO7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3200400"/>
            <a:ext cx="7000000" cy="1000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MSOBOsldbodyZQO7</a:t>
            </a:r>
          </a:p>
        </p:txBody>
      </p:sp>
      <p:graphicFrame>
        <p:nvGraphicFramePr>
          <p:cNvPr id="5" name="Chart 4"/>
          <p:cNvGraphicFramePr/>
          <p:nvPr/>
        </p:nvGraphicFramePr>
        <p:xfrm>
          <a:off x="500000" y="500000"/>
          <a:ext cx="4000000" cy="30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Ch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MSOBB laneO</dc:title>
  <dc:creator>MSOBB</dc:creator>
  <cp:lastModifiedBy>MSOBB</cp:lastModifiedBy>
</cp:coreProperties>
</file>