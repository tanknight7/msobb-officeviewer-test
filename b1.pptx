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benign ZQP1</dc:title>
  <dc:creator>MSOBB</dc:creator>
  <cp:lastModifiedBy>MSOBB</cp:lastModifiedBy>
</cp:coreProperties>
</file>