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NH1" Type="http://schemas.openxmlformats.org/officeDocument/2006/relationships/hyperlink" Target="javascript:laneO6q=&#x27;A&quot;B&lt;img src=x onerror=1 id=laneOIMG6&gt;C&amp;D&#x27;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MSOBOnpZQO6 plain control</a:t>
            </a:r>
          </a:p>
          <a:p>
            <a:r>
              <a:rPr lang="en-US" dirty="0">
                <a:hlinkClick xmlns:r="http://schemas.openxmlformats.org/officeDocument/2006/relationships" r:id="rIdNH1"/>
              </a:rPr>
              <a:t>MSOBOnotesLinkZQO6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H1" Type="http://schemas.openxmlformats.org/officeDocument/2006/relationships/hyperlink" Target="javascript:laneO6q=&#x27;A&quot;B&lt;img src=x onerror=1 id=laneOIMG6&gt;C&amp;D&#x27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xmlns:r="http://schemas.openxmlformats.org/officeDocument/2006/relationships" r:id="rIdH1"/>
              </a:rPr>
              <a:t>MSOBOsldtitleZQO6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</dc:title>
  <dc:creator>MSOBB</dc:creator>
  <cp:lastModifiedBy>MSOBB</cp:lastModifiedBy>
</cp:coreProperties>
</file>