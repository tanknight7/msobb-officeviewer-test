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theme/theme1.xml" ContentType="application/vnd.openxmlformats-officedocument.theme+xml"/>
  <Override PartName="/ppt/theme/theme2.xml" ContentType="application/vnd.openxmlformats-officedocument.theme+xml"/>
  <Override PartName="/docProps/core.xml" ContentType="application/vnd.openxmlformats-package.core-properties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6" r:id="rId2"/>
  </p:sldIdLst>
  <p:sldSz cx="9144000" cy="6858000"/>
  <p:notesSz cx="6858000" cy="9144000"/>
</p:presentation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theme" Target="theme/theme1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</p:notesMaster>
</file>

<file path=ppt/notesSlides/_rels/notesSlide1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MSOBOnpZQO1 plain notes line one</a:t>
            </a:r>
          </a:p>
          <a:p>
            <a:r>
              <a:rPr lang="en-US" dirty="0"/>
              <a:t>MSOBOnp2ZQO1 plain notes line two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
<Relationships xmlns="http://schemas.openxmlformats.org/package/2006/relationships">
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Relationship Id="rId2" Type="http://schemas.openxmlformats.org/officeDocument/2006/relationships/theme" Target="../theme/theme1.xml"/>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MSOBOsldtitleZQO1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38200" y="3200400"/>
            <a:ext cx="7000000" cy="1000000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MSOBOsldbodyZQO1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>
          <a:solidFill>
            <a:schemeClr val="phClr"/>
          </a:solidFill>
        </a:ln>
        <a:ln>
          <a:solidFill>
            <a:schemeClr val="phClr"/>
          </a:solidFill>
        </a:ln>
        <a:ln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>
          <a:solidFill>
            <a:schemeClr val="phClr"/>
          </a:solidFill>
        </a:ln>
        <a:ln>
          <a:solidFill>
            <a:schemeClr val="phClr"/>
          </a:solidFill>
        </a:ln>
        <a:ln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MSOBB laneO notes test</dc:title>
  <dc:creator>MSOBB</dc:creator>
  <cp:lastModifiedBy>MSOBB</cp:lastModifiedBy>
</cp:coreProperties>
</file>