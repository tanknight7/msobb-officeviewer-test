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H1" Type="http://schemas.openxmlformats.org/officeDocument/2006/relationships/hyperlink" Target="javascript:alert(document.domain)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 descr="MSOBMn&lt;img src=x onerror=alert(document.domain)&gt;ZQMN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hlinkClick xmlns:r="http://schemas.openxmlformats.org/officeDocument/2006/relationships" r:id="rIdH1"/>
              </a:rPr>
              <a:t>MSOBMk&lt;/script&gt;&lt;img src=x onerror=alert(document.domain)&gt;ZQMK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3200400"/>
            <a:ext cx="7000000" cy="1000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&lt;img src=x onerror=alert(document.domain)&gt;MSOBMm_ZQMM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MSOBB benign ZQP1</dc:title>
  <dc:creator>MSOBB</dc:creator>
  <cp:lastModifiedBy>MSOBB</cp:lastModifiedBy>
</cp:coreProperties>
</file>