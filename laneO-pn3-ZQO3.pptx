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NH1" Type="http://schemas.openxmlformats.org/officeDocument/2006/relationships/hyperlink" Target="javascript:alert(document.domain)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MSOBOnpZQO3 plain control</a:t>
            </a:r>
          </a:p>
          <a:p>
            <a:r>
              <a:rPr lang="en-US" dirty="0">
                <a:hlinkClick xmlns:r="http://schemas.openxmlformats.org/officeDocument/2006/relationships" r:id="rIdNH1"/>
              </a:rPr>
              <a:t>MSOBOnotesLinkZQO3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MSOBOsldtitleZQO3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MSOBOsldbodyZQO3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laneO notes test</dc:title>
  <dc:creator>MSOBB</dc:creator>
  <cp:lastModifiedBy>MSOBB</cp:lastModifiedBy>
</cp:coreProperties>
</file>