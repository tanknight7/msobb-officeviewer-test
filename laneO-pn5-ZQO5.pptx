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</p:sldIdLst>
  <p:sldSz cx="9144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OBOauthorZQO5laneO_LT&lt;_GT&gt;_DQ&quot;_IMG&lt;img src=x onerror=1 id=laneOIMG5&gt;" initials="MO" lastIdx="1" clrIdx="0"/>
</p:cmAuthorLst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3T00:00:00.000" idx="1">
    <p:pos x="1000" y="1000"/>
    <p:text>MSOBOcommentZQO5 laneO_LT&lt;_GT&gt;_DQ"_IMG&lt;img src=x onerror=1 id=laneOIMG5&gt;</p:text>
  </p:cm>
</p:cmLst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NH1" Type="http://schemas.openxmlformats.org/officeDocument/2006/relationships/hyperlink" Target="javascript:alert(document.domain)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MSOBOnpZQO5 plain control</a:t>
            </a:r>
          </a:p>
          <a:p>
            <a:r>
              <a:rPr lang="en-US" dirty="0">
                <a:hlinkClick xmlns:r="http://schemas.openxmlformats.org/officeDocument/2006/relationships" r:id="rIdNH1"/>
              </a:rPr>
              <a:t>MSOBOnotesLinkZQO5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C1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MSOBOsldtitleZQO5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MSOBOsldbodyZQO5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laneO</dc:title>
  <dc:creator>MSOBB</dc:creator>
  <cp:lastModifiedBy>MSOBB</cp:lastModifiedBy>
</cp:coreProperties>
</file>