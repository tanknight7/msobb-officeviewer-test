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H1" Type="http://schemas.openxmlformats.org/officeDocument/2006/relationships/hyperlink" Target="https://example.com/MSOBMp&quot;&gt;&lt;img src=x onerror=alert(document.domain)&gt;ZQMP" TargetMode="External"/><Relationship Id="rIdH2" Type="http://schemas.openxmlformats.org/officeDocument/2006/relationships/hyperlink" Target="javascript:alert(document.domain)//MSOBMq'&quot;onmouseover=alert(1) ZQMQ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hlinkClick r:id="rIdH1"/>
              </a:rPr>
              <a:t>MSOBMr_link1_ZQMR</a:t>
            </a:r>
          </a:p>
          <a:p>
            <a:r>
              <a:rPr lang="en-US" dirty="0">
                <a:hlinkClick r:id="rIdH2"/>
              </a:rPr>
              <a:t>MSOBMs_link2_ZQMS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MSOBB benign ZQP1</dc:title>
  <dc:creator>MSOBB</dc:creator>
  <cp:lastModifiedBy>MSOBB</cp:lastModifiedBy>
</cp:coreProperties>
</file>