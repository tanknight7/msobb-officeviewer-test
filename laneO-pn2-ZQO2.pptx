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MSOBOnpZQO2 plain control</a:t>
            </a:r>
          </a:p>
          <a:p>
            <a:r>
              <a:rPr lang="en-US" dirty="0"/>
              <a:t>laneO_DQ"_SQ'_LT&lt;_GT&gt;_BT`_BS\_SL/_AMP&amp;_ENDSCRIPT&lt;/script&gt;_IMG&lt;img src=x onerror=1&gt;</a:t>
            </a:r>
          </a:p>
          <a:p>
            <a:r>
              <a:rPr lang="en-US" dirty="0"/>
              <a:t>MSOBOnpEndZQO2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MSOBOsldtitleZQO2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MSOBOsldbodyZQO2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laneO notes test</dc:title>
  <dc:creator>MSOBB</dc:creator>
  <cp:lastModifiedBy>MSOBB</cp:lastModifiedBy>
</cp:coreProperties>
</file>